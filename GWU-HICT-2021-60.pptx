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16F66-0CF2-A66E-B0D4-3D962C1E7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6CA7EC-2A7B-F86D-3937-068E03CA53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A80B6-BC97-55B5-7077-0A67F8A8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BC611-CFD8-52FB-300D-5793F18E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32203-F9DD-8165-57DC-138A91626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54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D3A6-506A-FCEC-893E-BE5EFE5FF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B24A-DAB9-E8F0-4B1A-BD5E29CF0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02D41-5F5F-B86D-C0D2-5BD7DA184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E07AE-885F-32E9-1DC7-B72F16A4A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A9676-BF84-35A5-F904-0EEEDA7B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75F04-D6FB-CE9C-A1C8-AE400F75C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CC4970-BD60-E1F4-03A5-0AAB1C26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D1212-78F4-9074-AF69-A5B5D4899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418B1-6DF4-C8FB-317E-07641E5BD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86263-4A03-B8DB-3DC9-E8F695551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059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B8D8-053B-74F0-BCA4-E4533B80D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7A5FE-9C95-9577-9966-E129FBDDE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77FCD7-2F1D-5C36-D999-D1527E720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EAF43-D5BF-B653-07CC-B66EE0C0C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C3DA1-E1F6-7F58-8722-0ED09D2E8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3CDA8-8CF4-B140-7825-5FB9E064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619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93BD-5A73-0BB9-BAB9-409C988CB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8D7DF-73E4-DCAA-5069-3EDFB1F49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7603D-5589-BA53-C554-1E624D1976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3C3F9F-B4C6-E967-F29C-93C10765D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D726D6-E508-228B-27B6-C6E84ECE7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5CBDCE-BA0D-6B25-CC1B-28C78CA1D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F54A6A-9E4D-FCE7-CDAD-13556E434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D3EA60-0C90-8595-5724-F21447366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8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7C63-C97F-25A5-65B0-0069F066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2988FF-E0EE-B67C-A14F-E1C6113E2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CAEF7A-564B-126F-1A64-32CD65B0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32794-7A81-368E-5583-FE65BE7C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34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DD090F-8CC3-FCC0-AD00-222803356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AEC063-B050-931E-9BC9-A531B4323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802E9-A98C-296D-3B4E-089FEA7E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32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2BFD-330A-1C42-6D69-F0EEAF823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1F5EA-C369-D8A1-58D2-4F28614B8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A6175-61E0-A91D-1B2F-E673BAC6D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C56D8-D44D-40BD-ACD9-C71E8B13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D062B-841C-11C2-7D13-0D9F6F57E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5DFA9-8A5E-C136-24BC-474103A8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90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A71D-AD54-9102-5839-88BDC24A4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BBAE26-788B-45D4-0C1E-592B8F24D9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A7ADD7-114B-4468-BF56-72C5D724A9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EC515-E6D8-4768-FD43-B2830168D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C30A3-575F-3196-3E42-A11DB94F2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57A56-259E-A9E1-AFCA-3E7A225E1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30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405B-DCD4-EC57-0840-404A74986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F6749-9C7A-C972-72E2-3AE442E85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D8216-5B45-4D90-2B17-194A8DE6E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C48C6-AFCA-6CDC-A83E-A22850E2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FBDB6-E06C-6A02-2F6B-BFF2B331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230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296D67-6ED2-F777-A476-E4B4B9F89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2698B-C757-ED65-6D36-1778298702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A2626-AFA7-055A-CC63-35E7432D8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E8125-E3EB-4F57-919A-20E038B49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E734C-2481-35F1-E975-3B74DF8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554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F8EA0C-434A-E2CD-B86C-4C1274E8E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72713-D8EA-7452-F6E8-32430D2D4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D09D1-8A70-C985-16B5-30C8920CB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4D6655-FA63-4218-91C3-B516BF7B4E50}" type="datetimeFigureOut">
              <a:rPr lang="en-US" smtClean="0"/>
              <a:t>27-Nov-25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F9514-5A3F-2D0C-D229-9D0C59B1D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7C3BB-27CF-1BA2-6936-1F8851FD52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D56C1-D97E-4F74-B94F-25284A99B2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93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AA080-D840-E03A-A1B3-3AA56B8E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1415"/>
            <a:ext cx="10515600" cy="2795170"/>
          </a:xfrm>
        </p:spPr>
        <p:txBody>
          <a:bodyPr/>
          <a:lstStyle/>
          <a:p>
            <a:pPr algn="ctr"/>
            <a:r>
              <a:rPr lang="en-US" b="1" dirty="0">
                <a:latin typeface="Newroman"/>
              </a:rPr>
              <a:t>HICT 33103  – QUIZ 2: </a:t>
            </a:r>
            <a:br>
              <a:rPr lang="en-US" b="1" dirty="0">
                <a:latin typeface="Newroman"/>
              </a:rPr>
            </a:br>
            <a:r>
              <a:rPr lang="en-US" b="1" dirty="0">
                <a:latin typeface="Newroman"/>
              </a:rPr>
              <a:t>PRACTICAL SKILLS ASSESSMENT</a:t>
            </a:r>
            <a:br>
              <a:rPr lang="en-US" b="1" dirty="0">
                <a:latin typeface="Newroman"/>
              </a:rPr>
            </a:br>
            <a:r>
              <a:rPr lang="en-US" sz="3600" b="1" dirty="0">
                <a:latin typeface="Newroman"/>
              </a:rPr>
              <a:t>GWU-HICT-2021-60</a:t>
            </a:r>
          </a:p>
        </p:txBody>
      </p:sp>
    </p:spTree>
    <p:extLst>
      <p:ext uri="{BB962C8B-B14F-4D97-AF65-F5344CB8AC3E}">
        <p14:creationId xmlns:p14="http://schemas.microsoft.com/office/powerpoint/2010/main" val="2925136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F75E23-EEEC-C809-3DE9-7B4BD060F2EF}"/>
              </a:ext>
            </a:extLst>
          </p:cNvPr>
          <p:cNvSpPr txBox="1"/>
          <p:nvPr/>
        </p:nvSpPr>
        <p:spPr>
          <a:xfrm>
            <a:off x="473242" y="898358"/>
            <a:ext cx="112455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u="sng" dirty="0"/>
              <a:t>HOME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9C99AC-BA91-4B13-B0F0-5246E98A6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6295" y="1667799"/>
            <a:ext cx="9288379" cy="49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3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413FE-0F97-54FD-9E63-F1C40418F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Newroman"/>
              </a:rPr>
              <a:t>OPENING</a:t>
            </a:r>
            <a:r>
              <a:rPr lang="en-US" dirty="0"/>
              <a:t>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7E6B93-528D-1E0C-C221-D96A030AAF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8" y="2133600"/>
            <a:ext cx="5646821" cy="34305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34E12C-98DF-F220-1B8D-C78C0B4DC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044" y="2133600"/>
            <a:ext cx="5935578" cy="343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78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1FC9-84B9-43DD-85B3-1C8BD571B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Newroman"/>
              </a:rPr>
              <a:t>APP- HOME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37245-DEEC-7394-C0F7-E525D9DCB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327" y="1499384"/>
            <a:ext cx="9657347" cy="514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6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C3133-509D-C098-061F-FF2C7EB1F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Newroman"/>
              </a:rPr>
              <a:t>SELECTING A MOOD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6E4C4-A609-CDDC-9938-02C31E695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116" y="1491213"/>
            <a:ext cx="9817768" cy="523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840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B32A4-8562-4660-30F5-C75B8F8BA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Newroman"/>
              </a:rPr>
              <a:t>SAVING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B05884-723A-0627-E27A-06B553920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253" y="1493002"/>
            <a:ext cx="9713495" cy="5160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00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6B3E6-0440-ABBB-8779-D3C484DCE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Newroman"/>
              </a:rPr>
              <a:t>CHECKING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6815FF-8BCE-6108-91A9-1FE70D5D3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137" y="1464795"/>
            <a:ext cx="9801726" cy="523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351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96FFE-4B07-CC55-5F21-AEF2A1DB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Newroman"/>
              </a:rPr>
              <a:t>ADD NOTE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2BA298-685C-DFE0-4C3A-1E4AA73B4A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095" y="1535179"/>
            <a:ext cx="9833811" cy="519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892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E5C6-068F-551B-83B4-BCA7A9E1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Newroman"/>
              </a:rPr>
              <a:t>AFTER SAVING BACK TO HOME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2FBD49-75E3-410A-9118-0B44A737A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221" y="1443451"/>
            <a:ext cx="9737558" cy="518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558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AD8AA-0F75-7C7D-7027-C219C9A86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>
                <a:latin typeface="Newroman"/>
              </a:rPr>
              <a:t>DATA VISUALIZATION CHART.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21CA38-8DAB-FB30-2C63-4095745D8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032" y="1433763"/>
            <a:ext cx="9881937" cy="524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10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7FFD6-216F-DFC4-32D4-2603008D1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83801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latin typeface="Newroman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4478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Newroman</vt:lpstr>
      <vt:lpstr>Office Theme</vt:lpstr>
      <vt:lpstr>HICT 33103  – QUIZ 2:  PRACTICAL SKILLS ASSESSMENT GWU-HICT-2021-60</vt:lpstr>
      <vt:lpstr>PowerPoint Presentation</vt:lpstr>
      <vt:lpstr>OPENING                                     </vt:lpstr>
      <vt:lpstr>APP- HOME</vt:lpstr>
      <vt:lpstr>SELECTING A MOOD</vt:lpstr>
      <vt:lpstr>SAVING</vt:lpstr>
      <vt:lpstr>CHECKING</vt:lpstr>
      <vt:lpstr>ADD NOTE</vt:lpstr>
      <vt:lpstr>AFTER SAVING BACK TO HOME</vt:lpstr>
      <vt:lpstr>DATA VISUALIZATION CHART.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YASH Siva</dc:creator>
  <cp:lastModifiedBy>YASH Siva</cp:lastModifiedBy>
  <cp:revision>1</cp:revision>
  <dcterms:created xsi:type="dcterms:W3CDTF">2025-11-27T17:24:49Z</dcterms:created>
  <dcterms:modified xsi:type="dcterms:W3CDTF">2025-11-27T17:24:49Z</dcterms:modified>
</cp:coreProperties>
</file>